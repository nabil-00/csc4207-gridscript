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DejaVu Sans"/>
              </a:defRPr>
            </a:pPr>
            <a:r>
              <a:t>GridScript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DejaVu Sans"/>
              </a:defRPr>
            </a:pPr>
            <a:r>
              <a:t>A small interpreter for a 2D game actor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01752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D3EE"/>
                </a:solidFill>
                <a:latin typeface="DejaVu Sans"/>
              </a:defRPr>
            </a:pPr>
            <a:r>
              <a:t>LEXER</a:t>
            </a:r>
          </a:p>
          <a:p>
            <a:pPr algn="ctr">
              <a:defRPr sz="1200">
                <a:solidFill>
                  <a:srgbClr val="94A3B8"/>
                </a:solidFill>
                <a:latin typeface="DejaVu Sans"/>
              </a:defRPr>
            </a:pPr>
            <a:r>
              <a:t>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19659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22D3EE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783080"/>
            <a:ext cx="301752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D3EE"/>
                </a:solidFill>
                <a:latin typeface="DejaVu Sans"/>
              </a:defRPr>
            </a:pPr>
            <a:r>
              <a:t>PARSER</a:t>
            </a:r>
          </a:p>
          <a:p>
            <a:pPr algn="ctr">
              <a:defRPr sz="1200">
                <a:solidFill>
                  <a:srgbClr val="94A3B8"/>
                </a:solidFill>
                <a:latin typeface="DejaVu Sans"/>
              </a:defRPr>
            </a:pPr>
            <a:r>
              <a:t>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9659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22D3EE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59" y="1783080"/>
            <a:ext cx="301752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D3EE"/>
                </a:solidFill>
                <a:latin typeface="DejaVu Sans"/>
              </a:defRPr>
            </a:pPr>
            <a:r>
              <a:t>EVALUATOR</a:t>
            </a:r>
          </a:p>
          <a:p>
            <a:pPr algn="ctr">
              <a:defRPr sz="1200">
                <a:solidFill>
                  <a:srgbClr val="94A3B8"/>
                </a:solidFill>
                <a:latin typeface="DejaVu Sans"/>
              </a:defRPr>
            </a:pPr>
            <a:r>
              <a:t>runs rules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9718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920240"/>
                <a:gridCol w="566928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Member</a:t>
                      </a:r>
                    </a:p>
                  </a:txBody>
                  <a:tcPr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Reg. number</a:t>
                      </a:r>
                    </a:p>
                  </a:txBody>
                  <a:tcPr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Contribution</a:t>
                      </a:r>
                    </a:p>
                  </a:txBody>
                  <a:tcPr anchor="ctr"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Nabil Ismail Abdulkadir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UG22CSC1047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Interpreter &amp; semantics: src/interpreter.py, src/builtins.py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Ahmad Auwal Abubakar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UG22CSC1075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Parser &amp; grammar: src/parser.py, BNF rules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Abubakar Muhammad Sulaiman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UG22CSC1046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Lexer &amp; tokens: src/lexer.py, regex rules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Rukayya Musbahu Imam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UG22CSC1040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AST &amp; scoping model: scope chains, static scoping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Muhammad Salisu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UG20CSC1005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Tests &amp; report: 61 unit + 17 integration tests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DejaVu Sans"/>
              </a:defRPr>
            </a:pPr>
            <a:r>
              <a:t>CSC4207 Organization of Programming Languages  |  Group 1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